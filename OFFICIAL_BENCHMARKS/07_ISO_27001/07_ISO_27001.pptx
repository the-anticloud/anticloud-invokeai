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2026-10-02T09:27:20.267029Z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355cc188fc895f3829187946a21b6915788395b52d6833560114052718e55f96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2026-10-02T09:27:20.267029Z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