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2026-10-02T09:27:23.088597Z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4c813188626e30d6de0a46d1f9229bc8f7f9e3160a8361b63685021e4b7d9ad1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2026-10-02T09:27:23.088597Z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